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 Medium" panose="020B0502040204020203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2" y="2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12925" y="1365263"/>
            <a:ext cx="55506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Warehouse para análisis de comercio electrónico en Brasil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12925" y="3353890"/>
            <a:ext cx="555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17A6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Modelo dimensional, procesos ETL y herramienta de exploración en Power BI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041550" y="4243301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Brazil E-commerce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41550" y="4723271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Herramientas</a:t>
            </a:r>
            <a:r>
              <a:rPr lang="en-US" sz="1425" b="1" i="0" u="none" strike="noStrike" cap="none" dirty="0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Oracle 18c, Talend Open Studio, Power BI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41550" y="5203242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Procesos analizados:</a:t>
            </a: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ventas, pagos y reseñas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925" y="425282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925" y="473279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2925" y="521276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676400"/>
            <a:ext cx="5286375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Requisitos del negocio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314450"/>
            <a:ext cx="11049000" cy="28575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695450"/>
            <a:ext cx="52482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00125" y="2252067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Analizar ventas por tiempo, producto, vendedor y ubicación.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4" y="2732029"/>
            <a:ext cx="5017217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Analizar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pagos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pago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cuotas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valores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pagados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3221500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Analizar reseñas para medir satisfacción del cliente.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3710884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Consultar información por fecha, mes, trimestre y año.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4200268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Explorar información por ciudad y estado.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4689652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Apoyar la toma de decisiones mediante dashboards interactivos.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615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41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31212"/>
            <a:ext cx="228600" cy="25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0596"/>
            <a:ext cx="228600" cy="25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09980"/>
            <a:ext cx="228600" cy="25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99364"/>
            <a:ext cx="228600" cy="25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676400"/>
            <a:ext cx="5286375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79391"/>
            <a:ext cx="258603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1837" y="4179391"/>
            <a:ext cx="258603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03266"/>
            <a:ext cx="258603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71837" y="4703266"/>
            <a:ext cx="258603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227141"/>
            <a:ext cx="258603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71837" y="5227141"/>
            <a:ext cx="258603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751016"/>
            <a:ext cx="2586037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Brazil E-commerce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1314450"/>
            <a:ext cx="11049000" cy="28575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3626941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Archivos principales: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00125" y="1802308"/>
            <a:ext cx="4857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Dataset en formato CSV con información histórica de comercio electrónico.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00125" y="2571750"/>
            <a:ext cx="4857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Incluye clientes, productos, vendedores, pedidos, pagos, reseñas y ubicaciones.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1725" y="4296076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62337" y="4298466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1725" y="4822341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62337" y="5346203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1725" y="5346216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62337" y="4822341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1725" y="5870078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4100" y="18306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05525" y="25659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334125" y="2479354"/>
            <a:ext cx="5286375" cy="3004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57325"/>
            <a:ext cx="5286375" cy="52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dimensional del Data Warehouse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314450"/>
            <a:ext cx="11049000" cy="28575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6121"/>
            <a:ext cx="5286375" cy="5752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2639466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Procesos principales (Hechos):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4822328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Dimensiones principales: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8100" y="2023250"/>
            <a:ext cx="186475" cy="1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27153"/>
            <a:ext cx="8477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95425" y="5327153"/>
            <a:ext cx="8191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90775" y="5327153"/>
            <a:ext cx="9620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29000" y="5327153"/>
            <a:ext cx="1009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755778"/>
            <a:ext cx="1514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62175" y="5755778"/>
            <a:ext cx="10001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000125" y="3096666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Ventas → </a:t>
            </a: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FACT_VENTAS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00125" y="3576637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Pagos → </a:t>
            </a: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FACT_PAGOS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00125" y="4056608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Reseñas → </a:t>
            </a: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FACT_RESENAS</a:t>
            </a:r>
            <a:endParaRPr/>
          </a:p>
        </p:txBody>
      </p:sp>
      <p:pic>
        <p:nvPicPr>
          <p:cNvPr id="161" name="Google Shape;16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31061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3586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40661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title="Untitled (5)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34125" y="1621437"/>
            <a:ext cx="5286374" cy="4910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139550"/>
            <a:ext cx="5286375" cy="55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3669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Implementación física en Oracle Database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981375"/>
            <a:ext cx="11049000" cy="285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1010625" y="1379577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modelo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físico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fue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implementado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Oracle Database 18c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Esquema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DW_ECOMMERCE).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1010625" y="2215568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 definieron claves primarias, claves foráneas y restricciones de integridad.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10625" y="2985010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 agregaron códigos originales en los hechos para trazabilidad y control de duplicados.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4450109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957214" y="4450109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71500" y="5015805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957214" y="5015805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1500" y="5581501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957214" y="5581501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71500" y="6147196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957214" y="6147196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71500" y="6712892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957214" y="6712892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1500" y="7278588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957214" y="7278588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71500" y="7844283"/>
            <a:ext cx="2385714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957214" y="7844283"/>
            <a:ext cx="2900660" cy="9525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2000" y="13795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000" y="22250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2000" y="29945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4738" y="3809975"/>
            <a:ext cx="421957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4048" y="1301737"/>
            <a:ext cx="5266551" cy="524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025" y="4952413"/>
            <a:ext cx="5286375" cy="1213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2425" y="1345100"/>
            <a:ext cx="6240800" cy="52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571500" y="35227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Procesos ETL desarrollados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71500" y="939100"/>
            <a:ext cx="11049000" cy="285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561150" y="5123863"/>
            <a:ext cx="5050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Orden de carga lógico: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551625" y="5408900"/>
            <a:ext cx="48102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Dimensiones</a:t>
            </a:r>
            <a:r>
              <a:rPr lang="en-US" sz="1275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</a:t>
            </a:r>
            <a:endParaRPr sz="1275" dirty="0">
              <a:solidFill>
                <a:srgbClr val="044C5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FACT_VENTAS </a:t>
            </a:r>
            <a:r>
              <a:rPr lang="en-US" sz="1275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-&gt; </a:t>
            </a:r>
            <a:r>
              <a:rPr lang="en-US" sz="1275" b="0" i="0" u="none" strike="noStrike" cap="none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FACT_PAGOS -&gt;</a:t>
            </a:r>
            <a:r>
              <a:rPr lang="en-US" sz="1275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275" b="0" i="0" u="none" strike="noStrike" cap="none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FACT_RESENAS</a:t>
            </a:r>
            <a:endParaRPr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751650" y="1531450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Extracción:</a:t>
            </a: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Lectura de datos desde archivos CSV originales.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751650" y="2011420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Transformación de datos: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751650" y="4281942"/>
            <a:ext cx="4857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44C50"/>
                </a:solidFill>
                <a:latin typeface="Lato"/>
                <a:ea typeface="Lato"/>
                <a:cs typeface="Lato"/>
                <a:sym typeface="Lato"/>
              </a:rPr>
              <a:t>Carga final:</a:t>
            </a: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Inserción de la data estructurada en Oracle DW.</a:t>
            </a:r>
            <a:endParaRPr/>
          </a:p>
        </p:txBody>
      </p:sp>
      <p:pic>
        <p:nvPicPr>
          <p:cNvPr id="207" name="Google Shape;20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050" y="5123863"/>
            <a:ext cx="2000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3025" y="1540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3025" y="202094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989775" y="2415191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Limpieza de valores nulos.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89775" y="2765681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Eliminación de registros duplicados.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89775" y="3116171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Conversión unificada de fechas.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89775" y="3466662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Cálculo de medidas de negocio.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989775" y="3817152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Búsqueda</a:t>
            </a:r>
            <a:r>
              <a:rPr lang="en-US" sz="1350" b="0" i="0" u="none" strike="noStrike" cap="none" dirty="0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asignación</a:t>
            </a:r>
            <a:r>
              <a:rPr lang="en-US" sz="1350" b="0" i="0" u="none" strike="noStrike" cap="none" dirty="0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 de claves </a:t>
            </a:r>
            <a:r>
              <a:rPr lang="en-US" sz="1350" b="0" i="0" u="none" strike="noStrike" cap="none" dirty="0" err="1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sustitutas</a:t>
            </a:r>
            <a:r>
              <a:rPr lang="en-US" sz="1350" b="0" i="0" u="none" strike="noStrike" cap="none" dirty="0">
                <a:solidFill>
                  <a:srgbClr val="5A6A8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3025" y="429146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2425" y="1961338"/>
            <a:ext cx="6240801" cy="3919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275" y="1676400"/>
            <a:ext cx="630380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675" y="3202687"/>
            <a:ext cx="2500300" cy="265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1175" y="3202699"/>
            <a:ext cx="2582500" cy="26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31350" y="57042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desarrollado en Power BI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31350" y="1203550"/>
            <a:ext cx="11049000" cy="285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358675" y="1832556"/>
            <a:ext cx="52863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desarrolló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herramienta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exploración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con dashboards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interactivos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alimentados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hechos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dimensiones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del Data Warehouse.</a:t>
            </a:r>
            <a:endParaRPr dirty="0"/>
          </a:p>
        </p:txBody>
      </p:sp>
      <p:pic>
        <p:nvPicPr>
          <p:cNvPr id="227" name="Google Shape;22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675" y="1881968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549175" y="3354045"/>
            <a:ext cx="222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Organización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549175" y="3715995"/>
            <a:ext cx="2119200" cy="19200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3167387" y="3354057"/>
            <a:ext cx="222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Indicadores Clave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3167387" y="3716007"/>
            <a:ext cx="2119200" cy="19200"/>
          </a:xfrm>
          <a:prstGeom prst="rect">
            <a:avLst/>
          </a:prstGeom>
          <a:solidFill>
            <a:srgbClr val="DDF3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927787" y="3809166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General</a:t>
            </a:r>
            <a:endParaRPr dirty="0"/>
          </a:p>
        </p:txBody>
      </p:sp>
      <p:sp>
        <p:nvSpPr>
          <p:cNvPr id="233" name="Google Shape;233;p19"/>
          <p:cNvSpPr txBox="1"/>
          <p:nvPr/>
        </p:nvSpPr>
        <p:spPr>
          <a:xfrm>
            <a:off x="927787" y="4184326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Ventas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927787" y="4575811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Pagos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927787" y="4964723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Reseñas</a:t>
            </a:r>
            <a:endParaRPr dirty="0"/>
          </a:p>
        </p:txBody>
      </p:sp>
      <p:sp>
        <p:nvSpPr>
          <p:cNvPr id="236" name="Google Shape;236;p19"/>
          <p:cNvSpPr txBox="1"/>
          <p:nvPr/>
        </p:nvSpPr>
        <p:spPr>
          <a:xfrm>
            <a:off x="3526949" y="3806370"/>
            <a:ext cx="1796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Total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ventas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pagado</a:t>
            </a:r>
            <a:endParaRPr dirty="0"/>
          </a:p>
        </p:txBody>
      </p:sp>
      <p:sp>
        <p:nvSpPr>
          <p:cNvPr id="237" name="Google Shape;237;p19"/>
          <p:cNvSpPr txBox="1"/>
          <p:nvPr/>
        </p:nvSpPr>
        <p:spPr>
          <a:xfrm>
            <a:off x="3556875" y="4170693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Ticket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promedio</a:t>
            </a:r>
            <a:endParaRPr dirty="0"/>
          </a:p>
        </p:txBody>
      </p:sp>
      <p:sp>
        <p:nvSpPr>
          <p:cNvPr id="238" name="Google Shape;238;p19"/>
          <p:cNvSpPr txBox="1"/>
          <p:nvPr/>
        </p:nvSpPr>
        <p:spPr>
          <a:xfrm>
            <a:off x="3556875" y="4575811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Puntaje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promedio</a:t>
            </a:r>
            <a:endParaRPr dirty="0"/>
          </a:p>
        </p:txBody>
      </p:sp>
      <p:sp>
        <p:nvSpPr>
          <p:cNvPr id="239" name="Google Shape;239;p19"/>
          <p:cNvSpPr txBox="1"/>
          <p:nvPr/>
        </p:nvSpPr>
        <p:spPr>
          <a:xfrm>
            <a:off x="3556875" y="4929846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Órdenes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retraso</a:t>
            </a:r>
            <a:endParaRPr dirty="0"/>
          </a:p>
        </p:txBody>
      </p:sp>
      <p:sp>
        <p:nvSpPr>
          <p:cNvPr id="240" name="Google Shape;240;p19"/>
          <p:cNvSpPr txBox="1"/>
          <p:nvPr/>
        </p:nvSpPr>
        <p:spPr>
          <a:xfrm>
            <a:off x="3556875" y="5289260"/>
            <a:ext cx="1690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Total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reseñas</a:t>
            </a:r>
            <a:endParaRPr dirty="0"/>
          </a:p>
        </p:txBody>
      </p:sp>
      <p:pic>
        <p:nvPicPr>
          <p:cNvPr id="241" name="Google Shape;24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9175" y="391602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9175" y="430074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9175" y="468546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9175" y="50701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67387" y="391603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67387" y="427819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67387" y="46629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67387" y="504763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67387" y="543236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4278" y="2243894"/>
            <a:ext cx="6303798" cy="3563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1125" y="0"/>
            <a:ext cx="6120875" cy="69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520524" y="671213"/>
            <a:ext cx="5575475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</a:t>
            </a:r>
            <a:r>
              <a:rPr lang="en-US" sz="3600" b="0" i="0" u="none" strike="noStrike" cap="none" dirty="0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</a:t>
            </a:r>
            <a:r>
              <a:rPr lang="en-US" sz="3600" b="0" i="0" u="none" strike="noStrike" cap="none" dirty="0" err="1">
                <a:solidFill>
                  <a:srgbClr val="044C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proyecto</a:t>
            </a:r>
            <a:endParaRPr dirty="0"/>
          </a:p>
        </p:txBody>
      </p:sp>
      <p:sp>
        <p:nvSpPr>
          <p:cNvPr id="257" name="Google Shape;257;p20"/>
          <p:cNvSpPr/>
          <p:nvPr/>
        </p:nvSpPr>
        <p:spPr>
          <a:xfrm>
            <a:off x="520525" y="2185688"/>
            <a:ext cx="5286300" cy="285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949150" y="2595263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construyó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un Data Warehouse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funcional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analizar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ventas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pagos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425" b="0" i="0" u="none" strike="noStrike" cap="none" dirty="0" err="1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reseñas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 forma integral.</a:t>
            </a:r>
            <a:endParaRPr dirty="0"/>
          </a:p>
        </p:txBody>
      </p:sp>
      <p:sp>
        <p:nvSpPr>
          <p:cNvPr id="260" name="Google Shape;260;p20"/>
          <p:cNvSpPr txBox="1"/>
          <p:nvPr/>
        </p:nvSpPr>
        <p:spPr>
          <a:xfrm>
            <a:off x="948925" y="3428999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Los procesos ETL cargaron y transformaron correctamente la información en la base de datos Oracle.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948925" y="4198441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Power BI permitió transformar grandes volúmenes de datos en información visual y útil.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948925" y="4967882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El proyecto apoya decisiones estratégicas sobre ventas, satisfacción del cliente y comportamiento regional.</a:t>
            </a:r>
            <a:endParaRPr/>
          </a:p>
        </p:txBody>
      </p:sp>
      <p:pic>
        <p:nvPicPr>
          <p:cNvPr id="263" name="Google Shape;2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525" y="260478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300" y="343852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300" y="420796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0300" y="497740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71129" y="0"/>
            <a:ext cx="6120870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125" y="3429000"/>
            <a:ext cx="6120874" cy="3460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397</Words>
  <Application>Microsoft Office PowerPoint</Application>
  <PresentationFormat>Panorámica</PresentationFormat>
  <Paragraphs>56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Lato</vt:lpstr>
      <vt:lpstr>Poppins Medium</vt:lpstr>
      <vt:lpstr>Calibri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Edson Marcelo Cayo Ali</cp:lastModifiedBy>
  <cp:revision>2</cp:revision>
  <dcterms:modified xsi:type="dcterms:W3CDTF">2026-06-13T02:32:41Z</dcterms:modified>
</cp:coreProperties>
</file>